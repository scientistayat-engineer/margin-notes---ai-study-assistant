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study assistant that answers only from five Python PDF chapters.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problem, then the goal and the assignment constraints.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The key point: the model only sees the retrieved chunks.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browser talks to the local FastAPI app, which reads ChromaDB and calls the Groq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knobs that affect answer quality: chunk size, overlap and the number of retrieved chunks.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app in this order in the demo: login, upload, ask, inspector, quiz.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guard and the evaluation. Say the 16 tests run offline with fake embeddings and a fake LLM.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runs on the local computer; only Groq and Firebase Auth/Firestore are online services.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Follow this order and take a screenshot at each step for the submission.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what was learned and what could come next. Add your links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Margin Notes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097280" cy="10972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3774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AI Study Assistant using RAG: embeddings, ChromaDB and a Groq LLM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1"/>
                </a:solidFill>
              </a:rPr>
              <a:t>Anushay Ayat  |  Artificial Intelligence and Data Science, SMIT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Study notes are hard to search</a:t>
            </a:r>
            <a:endParaRPr lang="en-US" sz="2800" dirty="0"/>
          </a:p>
        </p:txBody>
      </p:sp>
      <p:sp>
        <p:nvSpPr>
          <p:cNvPr id="4" name="card The problem"/>
          <p:cNvSpPr/>
          <p:nvPr/>
        </p:nvSpPr>
        <p:spPr>
          <a:xfrm>
            <a:off x="457200" y="1188720"/>
            <a:ext cx="2651760" cy="246888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0" y="1188720"/>
            <a:ext cx="91440" cy="24688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325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73736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Five PDF chapters. Finding one answer means scrolling through all of them, and a general chatbot may answer from outside your notes.</a:t>
            </a:r>
            <a:endParaRPr lang="en-US" sz="1400" dirty="0"/>
          </a:p>
        </p:txBody>
      </p:sp>
      <p:sp>
        <p:nvSpPr>
          <p:cNvPr id="8" name="card The goal"/>
          <p:cNvSpPr/>
          <p:nvPr/>
        </p:nvSpPr>
        <p:spPr>
          <a:xfrm>
            <a:off x="3246120" y="1188720"/>
            <a:ext cx="2651760" cy="246888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46120" y="1188720"/>
            <a:ext cx="91440" cy="246888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474720" y="1325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goal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3474720" y="173736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Ask a question in plain language and get an answer grounded in the chapters, with the file and page number it came from.</a:t>
            </a:r>
            <a:endParaRPr lang="en-US" sz="1400" dirty="0"/>
          </a:p>
        </p:txBody>
      </p:sp>
      <p:sp>
        <p:nvSpPr>
          <p:cNvPr id="12" name="card The brief"/>
          <p:cNvSpPr/>
          <p:nvPr/>
        </p:nvSpPr>
        <p:spPr>
          <a:xfrm>
            <a:off x="6035040" y="1188720"/>
            <a:ext cx="2651760" cy="246888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35040" y="1188720"/>
            <a:ext cx="91440" cy="246888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63640" y="1325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brief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263640" y="173736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Upload 5 PDFs, split into chunks, create embeddings, save them in ChromaDB, retrieve with RAG, and answer with an LLM (Groq) through a FastAPI web app.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RAG works in this app</a:t>
            </a:r>
            <a:endParaRPr lang="en-US" sz="2800" dirty="0"/>
          </a:p>
        </p:txBody>
      </p:sp>
      <p:sp>
        <p:nvSpPr>
          <p:cNvPr id="4" name="step PDFs"/>
          <p:cNvSpPr/>
          <p:nvPr/>
        </p:nvSpPr>
        <p:spPr>
          <a:xfrm>
            <a:off x="457200" y="1463040"/>
            <a:ext cx="1463040" cy="9144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4630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PDFs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5146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Upload up to 5 chapters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938528" y="1920240"/>
            <a:ext cx="18288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8" name="step Chunks"/>
          <p:cNvSpPr/>
          <p:nvPr/>
        </p:nvSpPr>
        <p:spPr>
          <a:xfrm>
            <a:off x="2148840" y="1463040"/>
            <a:ext cx="1463040" cy="9144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148840" y="14630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Chunks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2148840" y="25146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900 characters, 150 overlap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630168" y="1920240"/>
            <a:ext cx="18288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2" name="step Embeddings"/>
          <p:cNvSpPr/>
          <p:nvPr/>
        </p:nvSpPr>
        <p:spPr>
          <a:xfrm>
            <a:off x="3840480" y="1463040"/>
            <a:ext cx="1463040" cy="9144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840480" y="14630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Embeddings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3840480" y="25146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384 numbers per chunk, made locally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321808" y="1920240"/>
            <a:ext cx="18288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6" name="step ChromaDB"/>
          <p:cNvSpPr/>
          <p:nvPr/>
        </p:nvSpPr>
        <p:spPr>
          <a:xfrm>
            <a:off x="5532120" y="1463040"/>
            <a:ext cx="1463040" cy="9144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532120" y="14630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ChromaDB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532120" y="25146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Saved on disk, searched by cosine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013448" y="1920240"/>
            <a:ext cx="18288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0" name="step LLM"/>
          <p:cNvSpPr/>
          <p:nvPr/>
        </p:nvSpPr>
        <p:spPr>
          <a:xfrm>
            <a:off x="7223760" y="1463040"/>
            <a:ext cx="1463040" cy="9144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223760" y="14630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7223760" y="25146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Gets the top 5 chunks and the question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Because the model only sees retrieved text, answers stay tied to your notes. If nothing relevant is found, the app says so instead of guessing.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</a:t>
            </a:r>
            <a:endParaRPr lang="en-US" sz="2800" dirty="0"/>
          </a:p>
        </p:txBody>
      </p:sp>
      <p:sp>
        <p:nvSpPr>
          <p:cNvPr id="4" name="card Browser"/>
          <p:cNvSpPr/>
          <p:nvPr/>
        </p:nvSpPr>
        <p:spPr>
          <a:xfrm>
            <a:off x="457200" y="1188720"/>
            <a:ext cx="1828800" cy="173736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0" y="1188720"/>
            <a:ext cx="91440" cy="173736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3258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Browser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7373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HTML, CSS, JavaScript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304288" y="2057400"/>
            <a:ext cx="237744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9" name="card FastAPI"/>
          <p:cNvSpPr/>
          <p:nvPr/>
        </p:nvSpPr>
        <p:spPr>
          <a:xfrm>
            <a:off x="2560320" y="1188720"/>
            <a:ext cx="1828800" cy="173736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560320" y="1188720"/>
            <a:ext cx="91440" cy="173736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788920" y="13258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FastAPI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2788920" y="17373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Serves the page and the API on localhost:8000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407408" y="2057400"/>
            <a:ext cx="237744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4" name="card ChromaDB"/>
          <p:cNvSpPr/>
          <p:nvPr/>
        </p:nvSpPr>
        <p:spPr>
          <a:xfrm>
            <a:off x="4663440" y="1188720"/>
            <a:ext cx="1828800" cy="173736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663440" y="1188720"/>
            <a:ext cx="91440" cy="173736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92040" y="13258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ChromaDB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4892040" y="17373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Embeddings saved on disk, searched by cosine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510528" y="2057400"/>
            <a:ext cx="237744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9" name="card Groq API"/>
          <p:cNvSpPr/>
          <p:nvPr/>
        </p:nvSpPr>
        <p:spPr>
          <a:xfrm>
            <a:off x="6766560" y="1188720"/>
            <a:ext cx="1828800" cy="173736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766560" y="1188720"/>
            <a:ext cx="91440" cy="173736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995160" y="13258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Groq API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6995160" y="17373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gpt-oss-20b, OpenAI-compatible</a:t>
            </a:r>
            <a:endParaRPr lang="en-US" sz="1400" dirty="0"/>
          </a:p>
        </p:txBody>
      </p:sp>
      <p:sp>
        <p:nvSpPr>
          <p:cNvPr id="23" name="card Firebase Auth"/>
          <p:cNvSpPr/>
          <p:nvPr/>
        </p:nvSpPr>
        <p:spPr>
          <a:xfrm>
            <a:off x="457200" y="3291840"/>
            <a:ext cx="4023360" cy="118872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57200" y="3291840"/>
            <a:ext cx="91440" cy="11887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85800" y="3429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Firebase Auth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" y="38404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Email and password, or Google. The backend checks the login token on every request.</a:t>
            </a:r>
            <a:endParaRPr lang="en-US" sz="1400" dirty="0"/>
          </a:p>
        </p:txBody>
      </p:sp>
      <p:sp>
        <p:nvSpPr>
          <p:cNvPr id="27" name="card Firestore"/>
          <p:cNvSpPr/>
          <p:nvPr/>
        </p:nvSpPr>
        <p:spPr>
          <a:xfrm>
            <a:off x="4663440" y="3291840"/>
            <a:ext cx="4023360" cy="118872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663440" y="3291840"/>
            <a:ext cx="91440" cy="11887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892040" y="3429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Firestore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4892040" y="38404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Saves each user's chat history so it comes back after login.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Ingestion and retrieval settings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Step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Choice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Text extraction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pypdf, page by page, so every chunk keeps its page number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Chunking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900 characters with 150 overlap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Embedding model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all-MiniLM-L6-v2, 384 dimensions, runs locally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Vector store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ChromaDB, persistent on disk, cosine distance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Retrieval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Top 5 chunks, joined with recent chat for follow-ups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Answering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Groq gpt-oss-20b, temperature 0.2, answers only from the context, cites [file p.N]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 user can do</a:t>
            </a:r>
            <a:endParaRPr lang="en-US" sz="2800" dirty="0"/>
          </a:p>
        </p:txBody>
      </p:sp>
      <p:sp>
        <p:nvSpPr>
          <p:cNvPr id="4" name="card Log in"/>
          <p:cNvSpPr/>
          <p:nvPr/>
        </p:nvSpPr>
        <p:spPr>
          <a:xfrm>
            <a:off x="457200" y="1188720"/>
            <a:ext cx="2651760" cy="150876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0" y="1188720"/>
            <a:ext cx="91440" cy="150876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325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 in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7373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Email and password, or Google</a:t>
            </a:r>
            <a:endParaRPr lang="en-US" sz="1400" dirty="0"/>
          </a:p>
        </p:txBody>
      </p:sp>
      <p:sp>
        <p:nvSpPr>
          <p:cNvPr id="8" name="card Ask with memory"/>
          <p:cNvSpPr/>
          <p:nvPr/>
        </p:nvSpPr>
        <p:spPr>
          <a:xfrm>
            <a:off x="3246120" y="1188720"/>
            <a:ext cx="2651760" cy="150876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46120" y="1188720"/>
            <a:ext cx="91440" cy="150876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474720" y="1325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Ask with memory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3474720" y="17373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Follow-ups like 'give an example' work</a:t>
            </a:r>
            <a:endParaRPr lang="en-US" sz="1400" dirty="0"/>
          </a:p>
        </p:txBody>
      </p:sp>
      <p:sp>
        <p:nvSpPr>
          <p:cNvPr id="12" name="card Three languages"/>
          <p:cNvSpPr/>
          <p:nvPr/>
        </p:nvSpPr>
        <p:spPr>
          <a:xfrm>
            <a:off x="6035040" y="1188720"/>
            <a:ext cx="2651760" cy="150876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35040" y="1188720"/>
            <a:ext cx="91440" cy="150876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63640" y="1325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languages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263640" y="17373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English, Roman Urdu or Urdu answers</a:t>
            </a:r>
            <a:endParaRPr lang="en-US" sz="1400" dirty="0"/>
          </a:p>
        </p:txBody>
      </p:sp>
      <p:sp>
        <p:nvSpPr>
          <p:cNvPr id="16" name="card RAG Inspector"/>
          <p:cNvSpPr/>
          <p:nvPr/>
        </p:nvSpPr>
        <p:spPr>
          <a:xfrm>
            <a:off x="457200" y="2880360"/>
            <a:ext cx="2651760" cy="150876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57200" y="2880360"/>
            <a:ext cx="91440" cy="1508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5800" y="3017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 Inspector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" y="34290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Chunks, embeddings, similarity scores</a:t>
            </a:r>
            <a:endParaRPr lang="en-US" sz="1400" dirty="0"/>
          </a:p>
        </p:txBody>
      </p:sp>
      <p:sp>
        <p:nvSpPr>
          <p:cNvPr id="20" name="card Quiz and study"/>
          <p:cNvSpPr/>
          <p:nvPr/>
        </p:nvSpPr>
        <p:spPr>
          <a:xfrm>
            <a:off x="3246120" y="2880360"/>
            <a:ext cx="2651760" cy="150876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246120" y="2880360"/>
            <a:ext cx="91440" cy="150876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474720" y="3017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Quiz and study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3474720" y="34290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MCQs, chapter summaries, flashcards</a:t>
            </a:r>
            <a:endParaRPr lang="en-US" sz="1400" dirty="0"/>
          </a:p>
        </p:txBody>
      </p:sp>
      <p:sp>
        <p:nvSpPr>
          <p:cNvPr id="24" name="card Speak, copy, export"/>
          <p:cNvSpPr/>
          <p:nvPr/>
        </p:nvSpPr>
        <p:spPr>
          <a:xfrm>
            <a:off x="6035040" y="2880360"/>
            <a:ext cx="2651760" cy="150876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035040" y="2880360"/>
            <a:ext cx="91440" cy="150876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263640" y="3017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Speak, copy, export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6263640" y="34290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Voice, copy button, PDF export, light and dark theme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Keeping answers honest</a:t>
            </a:r>
            <a:endParaRPr lang="en-US" sz="2800" dirty="0"/>
          </a:p>
        </p:txBody>
      </p:sp>
      <p:sp>
        <p:nvSpPr>
          <p:cNvPr id="4" name="card Not-in-notes guard"/>
          <p:cNvSpPr/>
          <p:nvPr/>
        </p:nvSpPr>
        <p:spPr>
          <a:xfrm>
            <a:off x="457200" y="1188720"/>
            <a:ext cx="2651760" cy="256032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0" y="1188720"/>
            <a:ext cx="91440" cy="25603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325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Not-in-notes guard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73736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If the best chunk's similarity is below 0.2, the app says it could not find the answer in the notes instead of guessing. The threshold is a setting.</a:t>
            </a:r>
            <a:endParaRPr lang="en-US" sz="1400" dirty="0"/>
          </a:p>
        </p:txBody>
      </p:sp>
      <p:sp>
        <p:nvSpPr>
          <p:cNvPr id="8" name="card Retrieval evaluation"/>
          <p:cNvSpPr/>
          <p:nvPr/>
        </p:nvSpPr>
        <p:spPr>
          <a:xfrm>
            <a:off x="3246120" y="1188720"/>
            <a:ext cx="2651760" cy="256032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46120" y="1188720"/>
            <a:ext cx="91440" cy="256032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474720" y="1325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Retrieval evaluation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3474720" y="173736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10 test questions with the PDF that should answer each. Result on the sample chapters: 100% top-1, 100% top-5, MRR 1.0.</a:t>
            </a:r>
            <a:endParaRPr lang="en-US" sz="1400" dirty="0"/>
          </a:p>
        </p:txBody>
      </p:sp>
      <p:sp>
        <p:nvSpPr>
          <p:cNvPr id="12" name="card Automated tests"/>
          <p:cNvSpPr/>
          <p:nvPr/>
        </p:nvSpPr>
        <p:spPr>
          <a:xfrm>
            <a:off x="6035040" y="1188720"/>
            <a:ext cx="2651760" cy="256032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35040" y="1188720"/>
            <a:ext cx="91440" cy="256032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63640" y="1325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Automated tests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263640" y="173736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16 offline checks pass: upload, retrieval, citations, guard, follow-ups, quiz, summaries, flashcards, inspector and evaluation.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Running the app locally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097280" y="11704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 up Firebase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3931920" y="117043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Create the project, enable Auth (Email and Google) and Firestore, paste the web config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1993392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097280" y="197510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Install and index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3931920" y="197510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pip install, add the Groq key to .env, index the PDFs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2798064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7200" y="2798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277977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3931920" y="277977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uvicorn main:app, then open localhost:8000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57200" y="3602736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7200" y="3602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097280" y="35844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3931920" y="358444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Log in, ask 3 questions, run the quiz and evaluation, take screenshots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flow</a:t>
            </a:r>
            <a:endParaRPr lang="en-US" sz="2800" dirty="0"/>
          </a:p>
        </p:txBody>
      </p:sp>
      <p:sp>
        <p:nvSpPr>
          <p:cNvPr id="4" name="card Live demo"/>
          <p:cNvSpPr/>
          <p:nvPr/>
        </p:nvSpPr>
        <p:spPr>
          <a:xfrm>
            <a:off x="457200" y="1188720"/>
            <a:ext cx="4023360" cy="292608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0" y="1188720"/>
            <a:ext cx="91440" cy="292608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demo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73736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1. Log in with Google.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2. Upload the 5 chapters and show the embeddings being created.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3. Open the RAG Inspector for chunks and vector DB stats.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4. Ask three questions and show the cited answer.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5. Run the quiz and the evaluation.</a:t>
            </a:r>
            <a:endParaRPr lang="en-US" sz="1400" dirty="0"/>
          </a:p>
        </p:txBody>
      </p:sp>
      <p:sp>
        <p:nvSpPr>
          <p:cNvPr id="8" name="card Questions to ask"/>
          <p:cNvSpPr/>
          <p:nvPr/>
        </p:nvSpPr>
        <p:spPr>
          <a:xfrm>
            <a:off x="4663440" y="1188720"/>
            <a:ext cx="4023360" cy="292608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63440" y="1188720"/>
            <a:ext cx="91440" cy="29260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9204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 to ask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892040" y="173736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What are Python variables?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Explain the difference between a list and a tuple.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What is a for loop?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How do functions work in Python?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What are conditional statements?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Lessons and next steps</a:t>
            </a:r>
            <a:endParaRPr lang="en-US" sz="2800" dirty="0"/>
          </a:p>
        </p:txBody>
      </p:sp>
      <p:sp>
        <p:nvSpPr>
          <p:cNvPr id="4" name="card What I learned"/>
          <p:cNvSpPr/>
          <p:nvPr/>
        </p:nvSpPr>
        <p:spPr>
          <a:xfrm>
            <a:off x="457200" y="1188720"/>
            <a:ext cx="4023360" cy="192024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0" y="1188720"/>
            <a:ext cx="91440" cy="192024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 learned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73736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Chunk size and overlap change answer quality. Showing the page number makes answers easy to trust. A similarity threshold stops confident wrong answers.</a:t>
            </a:r>
            <a:endParaRPr lang="en-US" sz="1400" dirty="0"/>
          </a:p>
        </p:txBody>
      </p:sp>
      <p:sp>
        <p:nvSpPr>
          <p:cNvPr id="8" name="card Next steps"/>
          <p:cNvSpPr/>
          <p:nvPr/>
        </p:nvSpPr>
        <p:spPr>
          <a:xfrm>
            <a:off x="4663440" y="1188720"/>
            <a:ext cx="4023360" cy="192024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63440" y="1188720"/>
            <a:ext cx="91440" cy="19202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9204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steps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892040" y="173736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OCR for scanned PDFs, separate collections per user, re-ranking of retrieved chunks, and a larger evaluation set.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GitHub: github.com/scientistayat-engineer/ai-study-assistant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rgin Notes">
  <a:themeElements>
    <a:clrScheme name="Margin Notes">
      <a:dk1>
        <a:srgbClr val="14213D"/>
      </a:dk1>
      <a:lt1>
        <a:srgbClr val="FFFFFF"/>
      </a:lt1>
      <a:dk2>
        <a:srgbClr val="3776AB"/>
      </a:dk2>
      <a:lt2>
        <a:srgbClr val="EAF0EE"/>
      </a:lt2>
      <a:accent1>
        <a:srgbClr val="FFD84D"/>
      </a:accent1>
      <a:accent2>
        <a:srgbClr val="E4572E"/>
      </a:accent2>
      <a:accent3>
        <a:srgbClr val="3776AB"/>
      </a:accent3>
      <a:accent4>
        <a:srgbClr val="2E9E5B"/>
      </a:accent4>
      <a:accent5>
        <a:srgbClr val="14213D"/>
      </a:accent5>
      <a:accent6>
        <a:srgbClr val="8A99AD"/>
      </a:accent6>
      <a:hlink>
        <a:srgbClr val="3776AB"/>
      </a:hlink>
      <a:folHlink>
        <a:srgbClr val="8A99AD"/>
      </a:folHlink>
    </a:clrScheme>
    <a:fontScheme name="Margin Notes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Margin Notes: AI Study Assistant using RAG</dc:title>
  <dc:subject>PptxGenJS Presentation</dc:subject>
  <dc:creator>Anushay Ayat</dc:creator>
  <cp:lastModifiedBy>Anushay Ayat</cp:lastModifiedBy>
  <cp:revision>1</cp:revision>
  <dcterms:created xsi:type="dcterms:W3CDTF">2026-10-05T20:06:04Z</dcterms:created>
  <dcterms:modified xsi:type="dcterms:W3CDTF">2026-10-05T20:06:04Z</dcterms:modified>
</cp:coreProperties>
</file>